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57e2a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57e2a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M1 </a:t>
            </a:r>
            <a:r>
              <a:rPr lang="ko"/>
              <a:t>문제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조원 : 김경국, 김예원, 안선미, 유지숙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58100" y="2314573"/>
            <a:ext cx="8310000" cy="25317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문제 </a:t>
            </a:r>
            <a:r>
              <a:rPr lang="ko" sz="1577"/>
              <a:t>(c.f. 학습템플릿 미션5 열순서 변경과 정렬)</a:t>
            </a:r>
            <a:endParaRPr sz="1577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52800" y="953425"/>
            <a:ext cx="8520600" cy="12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964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AutoNum type="arabicPeriod"/>
            </a:pPr>
            <a:r>
              <a:rPr b="1" lang="ko" sz="1390">
                <a:solidFill>
                  <a:schemeClr val="dk1"/>
                </a:solidFill>
              </a:rPr>
              <a:t>[변경 전]과 같은 표가 나오게 하는 DataFrame을 작성하세요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390">
              <a:solidFill>
                <a:schemeClr val="dk1"/>
              </a:solidFill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AutoNum type="arabicPeriod"/>
            </a:pPr>
            <a:r>
              <a:rPr b="1" lang="ko" sz="1390">
                <a:solidFill>
                  <a:schemeClr val="dk1"/>
                </a:solidFill>
              </a:rPr>
              <a:t>[변경 후]와 같은 순서가 되는 코드를 작성하세요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964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964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350" y="2710123"/>
            <a:ext cx="3112300" cy="16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525" y="2710122"/>
            <a:ext cx="3572008" cy="16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738100" y="4366478"/>
            <a:ext cx="11952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변경 전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364807" y="4358436"/>
            <a:ext cx="146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변경 후</a:t>
            </a:r>
            <a:r>
              <a:rPr lang="ko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